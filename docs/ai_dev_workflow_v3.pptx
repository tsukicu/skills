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技术分享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别只用 Tab 补全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辅助开发的正确打开方式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四层架构全景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" y="960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88720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9601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Copilot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36392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36392" y="9601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 AI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84064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84064" y="9601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AI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31736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31736" y="9601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AI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/ Test 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024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192024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任务规划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5616" y="192024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85616" y="192024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推理循环 · 编排调度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192024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82512" y="192024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结果整合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" y="2880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288036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8720" y="288036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可复用的封装能力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85616" y="288036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85616" y="288036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82512" y="288036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2512" y="288036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私有知识检索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88720" y="384048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88720" y="384048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DB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85616" y="384048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85616" y="384048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· 工具标准接口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82512" y="384048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82512" y="384048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API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3566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与 Skills 是什么？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77724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777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标准连接协议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3040" y="1325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1325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应用（Host）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7C3AED">
              <a:alpha val="12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协议（标准接口）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8803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91640" y="2880360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28803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880360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80360" y="28803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28803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...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类比：USB-C 接口标准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一次实现，所有 AI 工具都能调用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822960"/>
            <a:ext cx="0" cy="374904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486400" y="77724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777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专家工作流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128016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9784" y="1280160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12801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识别任务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12801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匹配触发条件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17282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1956816"/>
            <a:ext cx="54864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5129784" y="1956816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5780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加载 SKILL.md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最佳实践 · 规范 · 坑点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4048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2633472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Shape 34"/>
          <p:cNvSpPr/>
          <p:nvPr/>
        </p:nvSpPr>
        <p:spPr>
          <a:xfrm>
            <a:off x="5129784" y="2633472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5780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按流程执行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调用工具链完成任务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081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74920" y="3310128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Shape 39"/>
          <p:cNvSpPr/>
          <p:nvPr/>
        </p:nvSpPr>
        <p:spPr>
          <a:xfrm>
            <a:off x="5129784" y="3310128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257800" y="33101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质量验证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33101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 QA · 修复 · 再验证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0" y="2633472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</a:rPr>
              <a:t>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74920" y="37490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类比：专家操作手册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Skill = 工具调用 + 最佳实践 + 质量验证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技术演进路线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97280"/>
            <a:ext cx="150876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25880"/>
            <a:ext cx="411480" cy="4114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Box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纯对话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复制粘贴代码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01168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097280"/>
            <a:ext cx="1508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13258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19202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1168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103120" y="28346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主动调用工具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370332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03320" y="1097280"/>
            <a:ext cx="1508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4251960" y="13258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8"/>
          <p:cNvSpPr/>
          <p:nvPr/>
        </p:nvSpPr>
        <p:spPr>
          <a:xfrm>
            <a:off x="425196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9202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0332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794760" y="28346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标准协议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统一外部连接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21208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539496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94960" y="1097280"/>
            <a:ext cx="15087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Shape 24"/>
          <p:cNvSpPr/>
          <p:nvPr/>
        </p:nvSpPr>
        <p:spPr>
          <a:xfrm>
            <a:off x="5943600" y="13258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5"/>
          <p:cNvSpPr/>
          <p:nvPr/>
        </p:nvSpPr>
        <p:spPr>
          <a:xfrm>
            <a:off x="594360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92024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9496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5486400" y="28346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封装专家流程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稳定高质量输出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90372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708660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086600" y="1097280"/>
            <a:ext cx="150876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Shape 31"/>
          <p:cNvSpPr/>
          <p:nvPr/>
        </p:nvSpPr>
        <p:spPr>
          <a:xfrm>
            <a:off x="7635240" y="132588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8" name="Text 32"/>
          <p:cNvSpPr/>
          <p:nvPr/>
        </p:nvSpPr>
        <p:spPr>
          <a:xfrm>
            <a:off x="763524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1920240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08660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集成工具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7178040" y="28346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等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端到端开发环境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48640" y="4069080"/>
            <a:ext cx="8046720" cy="594360"/>
          </a:xfrm>
          <a:prstGeom prst="roundRect">
            <a:avLst>
              <a:gd name="adj" fmla="val 9231"/>
            </a:avLst>
          </a:prstGeom>
          <a:solidFill>
            <a:srgbClr val="EEF0F6"/>
          </a:solidFill>
          <a:ln/>
        </p:spPr>
      </p:sp>
      <p:sp>
        <p:nvSpPr>
          <p:cNvPr id="43" name="Text 36"/>
          <p:cNvSpPr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核心趋势：AI 从「被动回答」→「主动执行」→「专家级交付」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vs Skills：边界与分工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3703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— 协议层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解决「连接」问题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C3AED"/>
                </a:solidFill>
              </a:rPr>
              <a:t>类比：USB-C 接口标准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定义 AI 与外部系统的通信协议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标准化工具描述与调用方式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一次接入，所有 AI 都能用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社区驱动，开放生态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9601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6280" y="960120"/>
            <a:ext cx="37033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097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能力层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解决「怎么做好」问题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891B2"/>
                </a:solidFill>
              </a:rPr>
              <a:t>类比：专家操作手册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封装领域最佳实践与工作流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包含 QA、验证、异常处理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确保输出质量稳定可控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可复用、可组合、可定制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EEF0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为什么不会互相取代？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3AED"/>
                </a:solidFill>
              </a:rPr>
              <a:t>MCP 负责「通道」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 —— 让 AI 能访问 GitHub、数据库、Slack 等外部系统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891B2"/>
                </a:solidFill>
              </a:rPr>
              <a:t>Skills 负责「流程」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 —— 拿到数据后，按专家级流程加工出高质量结果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两者正交互补：Skills 内部往往要调用 MCP 连接的工具来完成任务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实战演示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 PPT 本身就是 Skills 的产物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1371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识别任务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用户说「帮我做 PPT」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匹配 pptx Skill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3260" y="13716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232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1965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加载规范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24328" y="237744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SKILL.md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配色 · 排版 · QA 流程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066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2806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1965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执行生成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81728" y="237744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PptxGenJS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按规范逐页制作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6294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38060" y="1371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3380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1965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质量验证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39128" y="237744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转图片逐页检查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修复后交付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749040"/>
            <a:ext cx="54864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79476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Skill ≠ 单次工具调用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Skill 是一整套封装好的专家工作流：知道该用什么工具、怎么用、有哪些坑、怎么验证质量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开发流程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从零开始的 AI 原生开发工作流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874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对话确认思路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0992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CC 讨论需求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明确架构方向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371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96312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051560"/>
            <a:ext cx="18745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587752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587752" y="11612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9464" y="141732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编写 CLAUDE.md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9464" y="170992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项目规范 · 代码风格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 · 约束条件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0832" y="1371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35424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35424" y="105156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4626864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626864" y="11612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8576" y="141732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自定义 Skills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08576" y="170992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封装团队最佳实践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9944" y="1371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74536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74536" y="1051560"/>
            <a:ext cx="1874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665976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665976" y="11612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47688" y="141732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 MCP Server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47688" y="170992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DB · GitHub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· 内部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063240"/>
            <a:ext cx="1874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172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0352" y="3429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生成精准 Prompt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" y="3721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帮你优化指令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结构化任务描述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33832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496312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96312" y="3063240"/>
            <a:ext cx="187452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Shape 38"/>
          <p:cNvSpPr/>
          <p:nvPr/>
        </p:nvSpPr>
        <p:spPr>
          <a:xfrm>
            <a:off x="2587752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1" name="Text 39"/>
          <p:cNvSpPr/>
          <p:nvPr/>
        </p:nvSpPr>
        <p:spPr>
          <a:xfrm>
            <a:off x="2587752" y="3172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69464" y="3429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 执行任务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569464" y="3721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多文件编辑 · 子任务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自动读写项目代码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70832" y="33832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535424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35424" y="3063240"/>
            <a:ext cx="187452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7" name="Shape 45"/>
          <p:cNvSpPr/>
          <p:nvPr/>
        </p:nvSpPr>
        <p:spPr>
          <a:xfrm>
            <a:off x="4626864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4626864" y="3172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08576" y="3429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检查 &amp; 运行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608576" y="3721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代码 · 跑测试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验证功能正确性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9944" y="33832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574536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574536" y="3063240"/>
            <a:ext cx="1874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Shape 52"/>
          <p:cNvSpPr/>
          <p:nvPr/>
        </p:nvSpPr>
        <p:spPr>
          <a:xfrm>
            <a:off x="6665976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6665976" y="3172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47688" y="3429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调优迭代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647688" y="3721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显式调用 Skills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精细化打磨输出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2331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准备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11480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▼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457200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执行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40880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/>
        </p:spPr>
      </p:sp>
      <p:sp>
        <p:nvSpPr>
          <p:cNvPr id="64" name="Text 62"/>
          <p:cNvSpPr/>
          <p:nvPr/>
        </p:nvSpPr>
        <p:spPr>
          <a:xfrm>
            <a:off x="704088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持续迭代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4008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097280"/>
            <a:ext cx="7434072" cy="640080"/>
          </a:xfrm>
          <a:prstGeom prst="rect">
            <a:avLst/>
          </a:prstGeom>
          <a:solidFill>
            <a:srgbClr val="262A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155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四层架构各司其职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264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接口层 → Agent 层 → 能力层 → 协议层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" y="1920240"/>
            <a:ext cx="7434072" cy="640080"/>
          </a:xfrm>
          <a:prstGeom prst="rect">
            <a:avLst/>
          </a:prstGeom>
          <a:solidFill>
            <a:srgbClr val="262A4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385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从对话到工作流是核心演进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Box → Tool Use → MCP → Skills → 集成工具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" y="2743200"/>
            <a:ext cx="7434072" cy="640080"/>
          </a:xfrm>
          <a:prstGeom prst="rect">
            <a:avLst/>
          </a:prstGeom>
          <a:solidFill>
            <a:srgbClr val="262A4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614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管连接，Skills 管质量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0723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正交互补，不是替代关系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64008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" y="3566160"/>
            <a:ext cx="7434072" cy="640080"/>
          </a:xfrm>
          <a:prstGeom prst="rect">
            <a:avLst/>
          </a:prstGeom>
          <a:solidFill>
            <a:srgbClr val="262A4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844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= 集大成者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8953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Skills + MCP + Agent，端到端开发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不只是你的补全工具，它可以是你的协作伙伴。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别只用 Tab 补全——AI 辅助开发的正确打开方式</dc:title>
  <dc:subject>PptxGenJS Presentation</dc:subject>
  <dc:creator>AI Workshop</dc:creator>
  <cp:lastModifiedBy>AI Workshop</cp:lastModifiedBy>
  <cp:revision>1</cp:revision>
  <dcterms:created xsi:type="dcterms:W3CDTF">2026-04-02T09:32:39Z</dcterms:created>
  <dcterms:modified xsi:type="dcterms:W3CDTF">2026-04-02T09:32:39Z</dcterms:modified>
</cp:coreProperties>
</file>